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3" d="100"/>
          <a:sy n="83" d="100"/>
        </p:scale>
        <p:origin x="64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2A52F-2592-45D0-8A05-D1E493CC3AE2}" type="datetimeFigureOut">
              <a:rPr lang="zh-TW" altLang="en-US" smtClean="0"/>
              <a:t>2022/07/02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0784D-9996-4105-8C61-044D7D2E43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1354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2A52F-2592-45D0-8A05-D1E493CC3AE2}" type="datetimeFigureOut">
              <a:rPr lang="zh-TW" altLang="en-US" smtClean="0"/>
              <a:t>2022/07/02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0784D-9996-4105-8C61-044D7D2E43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5944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2A52F-2592-45D0-8A05-D1E493CC3AE2}" type="datetimeFigureOut">
              <a:rPr lang="zh-TW" altLang="en-US" smtClean="0"/>
              <a:t>2022/07/02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0784D-9996-4105-8C61-044D7D2E43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473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2A52F-2592-45D0-8A05-D1E493CC3AE2}" type="datetimeFigureOut">
              <a:rPr lang="zh-TW" altLang="en-US" smtClean="0"/>
              <a:t>2022/07/02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0784D-9996-4105-8C61-044D7D2E43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3923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2A52F-2592-45D0-8A05-D1E493CC3AE2}" type="datetimeFigureOut">
              <a:rPr lang="zh-TW" altLang="en-US" smtClean="0"/>
              <a:t>2022/07/02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0784D-9996-4105-8C61-044D7D2E43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2231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2A52F-2592-45D0-8A05-D1E493CC3AE2}" type="datetimeFigureOut">
              <a:rPr lang="zh-TW" altLang="en-US" smtClean="0"/>
              <a:t>2022/07/02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0784D-9996-4105-8C61-044D7D2E43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0594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2A52F-2592-45D0-8A05-D1E493CC3AE2}" type="datetimeFigureOut">
              <a:rPr lang="zh-TW" altLang="en-US" smtClean="0"/>
              <a:t>2022/07/02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0784D-9996-4105-8C61-044D7D2E43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8079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2A52F-2592-45D0-8A05-D1E493CC3AE2}" type="datetimeFigureOut">
              <a:rPr lang="zh-TW" altLang="en-US" smtClean="0"/>
              <a:t>2022/07/02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0784D-9996-4105-8C61-044D7D2E43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863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2A52F-2592-45D0-8A05-D1E493CC3AE2}" type="datetimeFigureOut">
              <a:rPr lang="zh-TW" altLang="en-US" smtClean="0"/>
              <a:t>2022/07/02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0784D-9996-4105-8C61-044D7D2E43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8758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2A52F-2592-45D0-8A05-D1E493CC3AE2}" type="datetimeFigureOut">
              <a:rPr lang="zh-TW" altLang="en-US" smtClean="0"/>
              <a:t>2022/07/02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0784D-9996-4105-8C61-044D7D2E43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9146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2A52F-2592-45D0-8A05-D1E493CC3AE2}" type="datetimeFigureOut">
              <a:rPr lang="zh-TW" altLang="en-US" smtClean="0"/>
              <a:t>2022/07/02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0784D-9996-4105-8C61-044D7D2E43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125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12A52F-2592-45D0-8A05-D1E493CC3AE2}" type="datetimeFigureOut">
              <a:rPr lang="zh-TW" altLang="en-US" smtClean="0"/>
              <a:t>2022/07/02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20784D-9996-4105-8C61-044D7D2E43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61379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AB706AA-CDE8-3D8B-220D-0B541FE57C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443960">
            <a:off x="991421" y="684287"/>
            <a:ext cx="1736463" cy="219764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A8C109FD-E9DE-B260-5926-7EF9766B24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388171">
            <a:off x="7887855" y="686407"/>
            <a:ext cx="2946776" cy="219764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8C98F118-E8FA-FF92-0FE3-A4BF452F01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305738" y="1635862"/>
            <a:ext cx="2159858" cy="2197648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93AC54FB-342A-1073-4953-233DF8C74B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593023">
            <a:off x="5236201" y="4316025"/>
            <a:ext cx="2130343" cy="2197648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5634E90A-BCBF-4F21-76FF-DD2908A61E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889470">
            <a:off x="1414632" y="3933132"/>
            <a:ext cx="1882291" cy="2197648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FF527BDC-B86E-EDAE-D2E8-D7022D1833C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1243" y="4660352"/>
            <a:ext cx="1568491" cy="2197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568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AB706AA-CDE8-3D8B-220D-0B541FE57C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747" y="383916"/>
            <a:ext cx="1736463" cy="219764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A8C109FD-E9DE-B260-5926-7EF9766B24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4110" y="1231352"/>
            <a:ext cx="2946776" cy="219764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8C98F118-E8FA-FF92-0FE3-A4BF452F01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6756" y="295989"/>
            <a:ext cx="2159858" cy="2197648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93AC54FB-342A-1073-4953-233DF8C74B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0049" y="3752607"/>
            <a:ext cx="2130343" cy="2197648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5634E90A-BCBF-4F21-76FF-DD2908A61E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9212" y="3429000"/>
            <a:ext cx="1882291" cy="2197648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FF527BDC-B86E-EDAE-D2E8-D7022D1833C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5270" y="1067103"/>
            <a:ext cx="1568491" cy="2197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875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AB706AA-CDE8-3D8B-220D-0B541FE57C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026778">
            <a:off x="7860277" y="4271471"/>
            <a:ext cx="1736463" cy="219764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A8C109FD-E9DE-B260-5926-7EF9766B24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11535">
            <a:off x="8600126" y="1254891"/>
            <a:ext cx="2591151" cy="193243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8C98F118-E8FA-FF92-0FE3-A4BF452F01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978045">
            <a:off x="1223330" y="930007"/>
            <a:ext cx="2512458" cy="2197648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93AC54FB-342A-1073-4953-233DF8C74B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940151">
            <a:off x="4128672" y="3752607"/>
            <a:ext cx="2130343" cy="2197648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5634E90A-BCBF-4F21-76FF-DD2908A61E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477000">
            <a:off x="1086211" y="4066309"/>
            <a:ext cx="1882291" cy="2197648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FF527BDC-B86E-EDAE-D2E8-D7022D1833C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265388">
            <a:off x="5345623" y="662737"/>
            <a:ext cx="2127773" cy="2981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99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AB706AA-CDE8-3D8B-220D-0B541FE57C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527095">
            <a:off x="1111492" y="975043"/>
            <a:ext cx="1736463" cy="219764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A8C109FD-E9DE-B260-5926-7EF9766B24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590561">
            <a:off x="8779703" y="1234258"/>
            <a:ext cx="2946776" cy="219764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8C98F118-E8FA-FF92-0FE3-A4BF452F01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909391">
            <a:off x="4027084" y="1067102"/>
            <a:ext cx="2159858" cy="2197648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93AC54FB-342A-1073-4953-233DF8C74B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121637">
            <a:off x="1177466" y="4144996"/>
            <a:ext cx="2130343" cy="2197648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5634E90A-BCBF-4F21-76FF-DD2908A61E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060050">
            <a:off x="7436739" y="4103254"/>
            <a:ext cx="1882291" cy="2197648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FF527BDC-B86E-EDAE-D2E8-D7022D1833C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081669">
            <a:off x="6557873" y="1551125"/>
            <a:ext cx="1568491" cy="2197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206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AB706AA-CDE8-3D8B-220D-0B541FE57C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747" y="383916"/>
            <a:ext cx="1736463" cy="219764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A8C109FD-E9DE-B260-5926-7EF9766B24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4110" y="1231352"/>
            <a:ext cx="2946776" cy="219764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8C98F118-E8FA-FF92-0FE3-A4BF452F01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6756" y="295989"/>
            <a:ext cx="2159858" cy="2197648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93AC54FB-342A-1073-4953-233DF8C74B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0049" y="3752607"/>
            <a:ext cx="2130343" cy="2197648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5634E90A-BCBF-4F21-76FF-DD2908A61E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9212" y="3429000"/>
            <a:ext cx="1882291" cy="2197648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FF527BDC-B86E-EDAE-D2E8-D7022D1833C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5270" y="1067103"/>
            <a:ext cx="1568491" cy="2197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412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AB706AA-CDE8-3D8B-220D-0B541FE57C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385178">
            <a:off x="3100523" y="959801"/>
            <a:ext cx="1736463" cy="219764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A8C109FD-E9DE-B260-5926-7EF9766B24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1492" y="959801"/>
            <a:ext cx="2056928" cy="1534017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8C98F118-E8FA-FF92-0FE3-A4BF452F01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966415">
            <a:off x="648138" y="610025"/>
            <a:ext cx="2159858" cy="2197648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93AC54FB-342A-1073-4953-233DF8C74B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2377" y="3577444"/>
            <a:ext cx="2532933" cy="2612957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5634E90A-BCBF-4F21-76FF-DD2908A61E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265073">
            <a:off x="1131959" y="3358869"/>
            <a:ext cx="2612424" cy="3050107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FF527BDC-B86E-EDAE-D2E8-D7022D1833C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511420">
            <a:off x="5741326" y="1424696"/>
            <a:ext cx="1789469" cy="2507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252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AB706AA-CDE8-3D8B-220D-0B541FE57C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314859">
            <a:off x="4956864" y="928337"/>
            <a:ext cx="1736463" cy="219764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A8C109FD-E9DE-B260-5926-7EF9766B24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254438">
            <a:off x="8054110" y="3687952"/>
            <a:ext cx="2946776" cy="219764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8C98F118-E8FA-FF92-0FE3-A4BF452F01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8588" y="907744"/>
            <a:ext cx="2159858" cy="2197648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93AC54FB-342A-1073-4953-233DF8C74B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726418">
            <a:off x="4170049" y="3752607"/>
            <a:ext cx="2130343" cy="2197648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5634E90A-BCBF-4F21-76FF-DD2908A61E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964315">
            <a:off x="906630" y="4065791"/>
            <a:ext cx="1882291" cy="2197648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FF527BDC-B86E-EDAE-D2E8-D7022D1833C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153" y="679176"/>
            <a:ext cx="1568491" cy="2197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97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AB706AA-CDE8-3D8B-220D-0B541FE57C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192790">
            <a:off x="769747" y="383916"/>
            <a:ext cx="1736463" cy="219764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A8C109FD-E9DE-B260-5926-7EF9766B24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407590">
            <a:off x="8201893" y="794295"/>
            <a:ext cx="2946776" cy="219764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8C98F118-E8FA-FF92-0FE3-A4BF452F01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218037">
            <a:off x="8406283" y="3752607"/>
            <a:ext cx="2159858" cy="2197648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93AC54FB-342A-1073-4953-233DF8C74B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889422">
            <a:off x="4170049" y="3752607"/>
            <a:ext cx="2130343" cy="2197648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5634E90A-BCBF-4F21-76FF-DD2908A61E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696617">
            <a:off x="1045174" y="4057323"/>
            <a:ext cx="1882291" cy="2197648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FF527BDC-B86E-EDAE-D2E8-D7022D1833C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705945">
            <a:off x="4594256" y="427010"/>
            <a:ext cx="1731251" cy="2425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0942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AB706AA-CDE8-3D8B-220D-0B541FE57C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868924">
            <a:off x="7343470" y="3919965"/>
            <a:ext cx="1900674" cy="2405471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A8C109FD-E9DE-B260-5926-7EF9766B24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396142">
            <a:off x="8331786" y="1003815"/>
            <a:ext cx="2946776" cy="219764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8C98F118-E8FA-FF92-0FE3-A4BF452F01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747265" y="563503"/>
            <a:ext cx="2159858" cy="2197648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93AC54FB-342A-1073-4953-233DF8C74B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144116">
            <a:off x="4170049" y="3752607"/>
            <a:ext cx="2130343" cy="2197648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5634E90A-BCBF-4F21-76FF-DD2908A61E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719" y="2742256"/>
            <a:ext cx="2778679" cy="3244216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FF527BDC-B86E-EDAE-D2E8-D7022D1833C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89198">
            <a:off x="4957102" y="1003814"/>
            <a:ext cx="1568491" cy="2197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916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AB706AA-CDE8-3D8B-220D-0B541FE57C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234220">
            <a:off x="692493" y="913942"/>
            <a:ext cx="2102762" cy="2661232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A8C109FD-E9DE-B260-5926-7EF9766B24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0477" y="3762116"/>
            <a:ext cx="2946776" cy="219764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8C98F118-E8FA-FF92-0FE3-A4BF452F01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102538" y="1145734"/>
            <a:ext cx="2159858" cy="2197648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93AC54FB-342A-1073-4953-233DF8C74B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282013">
            <a:off x="8134283" y="386565"/>
            <a:ext cx="2130343" cy="2197648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5634E90A-BCBF-4F21-76FF-DD2908A61E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255892">
            <a:off x="1192957" y="4195618"/>
            <a:ext cx="1882291" cy="2197648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FF527BDC-B86E-EDAE-D2E8-D7022D1833C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55819">
            <a:off x="9109855" y="3480738"/>
            <a:ext cx="2075382" cy="2907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095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345</TotalTime>
  <Words>0</Words>
  <Application>Microsoft Office PowerPoint</Application>
  <PresentationFormat>寬螢幕</PresentationFormat>
  <Paragraphs>0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youadmin</dc:creator>
  <cp:lastModifiedBy>youadmin</cp:lastModifiedBy>
  <cp:revision>3</cp:revision>
  <dcterms:created xsi:type="dcterms:W3CDTF">2022-06-16T19:35:34Z</dcterms:created>
  <dcterms:modified xsi:type="dcterms:W3CDTF">2022-07-01T17:59:31Z</dcterms:modified>
</cp:coreProperties>
</file>